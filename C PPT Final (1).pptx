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7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6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0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53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2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6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4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0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22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149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09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10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04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90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2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7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830" y="2407023"/>
            <a:ext cx="7090339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1F5F9"/>
                </a:solidFill>
              </a:defRPr>
            </a:pPr>
            <a:r>
              <a:rPr dirty="0">
                <a:latin typeface="Bahnschrift SemiBold" panose="020B0502040204020203" pitchFamily="34" charset="0"/>
              </a:rPr>
              <a:t>Common Logical Errors in C</a:t>
            </a:r>
            <a:br>
              <a:rPr dirty="0">
                <a:latin typeface="Bahnschrift SemiBold" panose="020B0502040204020203" pitchFamily="34" charset="0"/>
              </a:rPr>
            </a:br>
            <a:r>
              <a:rPr dirty="0">
                <a:latin typeface="Bahnschrift SemiBold" panose="020B0502040204020203" pitchFamily="34" charset="0"/>
              </a:rPr>
              <a:t>and How to Fix Them</a:t>
            </a:r>
          </a:p>
          <a:p>
            <a:pPr algn="ctr">
              <a:defRPr sz="2200">
                <a:solidFill>
                  <a:srgbClr val="38BDF8"/>
                </a:solidFill>
              </a:defRPr>
            </a:pPr>
            <a:r>
              <a:rPr dirty="0"/>
              <a:t>Understand mistakes • Write safer code • Debug confidently</a:t>
            </a:r>
          </a:p>
        </p:txBody>
      </p:sp>
      <p:pic>
        <p:nvPicPr>
          <p:cNvPr id="1026" name="Picture 2" descr="MIT World Peace University (MIT-WPU) Pune">
            <a:extLst>
              <a:ext uri="{FF2B5EF4-FFF2-40B4-BE49-F238E27FC236}">
                <a16:creationId xmlns:a16="http://schemas.microsoft.com/office/drawing/2014/main" id="{60CF4D37-9376-8559-C34B-C549A91D1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65" y="440112"/>
            <a:ext cx="4940232" cy="152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 Language Global Or External Variables With Examples - C Programming Logo  - Free Transparent PNG Clipart Images Download">
            <a:extLst>
              <a:ext uri="{FF2B5EF4-FFF2-40B4-BE49-F238E27FC236}">
                <a16:creationId xmlns:a16="http://schemas.microsoft.com/office/drawing/2014/main" id="{3011EC11-077F-E498-7B49-8F6A32B39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618" y="440112"/>
            <a:ext cx="1846005" cy="165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ABB7E4-4C31-6CC6-A4EB-2BDB00424681}"/>
              </a:ext>
            </a:extLst>
          </p:cNvPr>
          <p:cNvSpPr txBox="1"/>
          <p:nvPr/>
        </p:nvSpPr>
        <p:spPr>
          <a:xfrm>
            <a:off x="3012481" y="4565889"/>
            <a:ext cx="43120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Madan </a:t>
            </a:r>
            <a:r>
              <a:rPr lang="en-US" dirty="0" err="1">
                <a:latin typeface="Bahnschrift SemiBold" panose="020B0502040204020203" pitchFamily="34" charset="0"/>
              </a:rPr>
              <a:t>Baswante</a:t>
            </a:r>
            <a:r>
              <a:rPr lang="en-US" dirty="0">
                <a:latin typeface="Bahnschrift SemiBold" panose="020B0502040204020203" pitchFamily="34" charset="0"/>
              </a:rPr>
              <a:t> -   1262253829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Ved Konda -              1262254011 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Manesh M Nair –      1262251400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Joel Jose -               1262251283 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Noel Roy  -               1262250963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7919" y="796066"/>
            <a:ext cx="217694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C318CE-1D79-7F2E-6EF4-DE1F26E3A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38" y="300765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is a powerful and widely used programming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gives programmers low-level control and high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logical mistakes in C can lead to major program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errors do not produce compilation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Programs run successfully but give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 output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common logical errors improves debugging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writing efficient, reliable, and error-free programs</a:t>
            </a:r>
          </a:p>
        </p:txBody>
      </p:sp>
      <p:pic>
        <p:nvPicPr>
          <p:cNvPr id="1027" name="Picture 3" descr="A Brief Introduction to the C Programming Language">
            <a:extLst>
              <a:ext uri="{FF2B5EF4-FFF2-40B4-BE49-F238E27FC236}">
                <a16:creationId xmlns:a16="http://schemas.microsoft.com/office/drawing/2014/main" id="{962C4109-37BE-941A-9734-CA35BA75D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202" y="4455459"/>
            <a:ext cx="3460376" cy="173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7568" y="408958"/>
            <a:ext cx="406194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</a:defRPr>
            </a:pPr>
            <a:r>
              <a:rPr dirty="0"/>
              <a:t>Not Initializing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4072" y="1221938"/>
            <a:ext cx="66349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Not Initializing Variables</a:t>
            </a:r>
          </a:p>
          <a:p>
            <a:r>
              <a:rPr lang="en-US" dirty="0"/>
              <a:t>Happens when a variable is declared but not assigned an initial value</a:t>
            </a:r>
          </a:p>
          <a:p>
            <a:r>
              <a:rPr lang="en-US" dirty="0"/>
              <a:t>Such variables contain </a:t>
            </a:r>
            <a:r>
              <a:rPr lang="en-US" b="1" dirty="0"/>
              <a:t>garbage or random values</a:t>
            </a:r>
            <a:r>
              <a:rPr lang="en-US" dirty="0"/>
              <a:t> from memory</a:t>
            </a:r>
          </a:p>
          <a:p>
            <a:r>
              <a:rPr lang="en-US" dirty="0"/>
              <a:t>Using them leads to </a:t>
            </a:r>
            <a:r>
              <a:rPr lang="en-US" b="1" dirty="0"/>
              <a:t>unexpected and incorrect program output</a:t>
            </a:r>
            <a:endParaRPr lang="en-US" dirty="0"/>
          </a:p>
          <a:p>
            <a:r>
              <a:rPr lang="en-US" dirty="0"/>
              <a:t>Compiler does </a:t>
            </a:r>
            <a:r>
              <a:rPr lang="en-US" b="1" dirty="0"/>
              <a:t>not</a:t>
            </a:r>
            <a:r>
              <a:rPr lang="en-US" dirty="0"/>
              <a:t> show an error, making the mistake hard to detect</a:t>
            </a:r>
          </a:p>
          <a:p>
            <a:r>
              <a:rPr lang="en-US" dirty="0"/>
              <a:t>Common in loops, counters, sum variables, and decision flags</a:t>
            </a:r>
          </a:p>
          <a:p>
            <a:r>
              <a:rPr lang="en-US" dirty="0"/>
              <a:t>May cause logical errors even when the syntax is correct</a:t>
            </a:r>
          </a:p>
          <a:p>
            <a:r>
              <a:rPr lang="en-US" dirty="0"/>
              <a:t>Results vary every time the program runs</a:t>
            </a:r>
          </a:p>
          <a:p>
            <a:r>
              <a:rPr lang="en-US" b="1" dirty="0"/>
              <a:t>Fix:</a:t>
            </a:r>
            <a:r>
              <a:rPr lang="en-US" dirty="0"/>
              <a:t> Always initialize variables at the time of declaration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954EB-58B3-8325-89D7-8053AF3EF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23" y="4037408"/>
            <a:ext cx="8383361" cy="2434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0238" y="642759"/>
            <a:ext cx="350352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</a:defRPr>
            </a:pPr>
            <a:r>
              <a:rPr dirty="0"/>
              <a:t>Using = Instead of ==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767" y="1333198"/>
            <a:ext cx="7028142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/>
              <a:t>Using = Instead of ==</a:t>
            </a:r>
          </a:p>
          <a:p>
            <a:r>
              <a:rPr lang="en-US" dirty="0"/>
              <a:t>Occurs when assignment operator (=) is used instead of comparison (==)</a:t>
            </a:r>
          </a:p>
          <a:p>
            <a:r>
              <a:rPr lang="en-US" dirty="0"/>
              <a:t>Assignment changes the variable value instead of checking equality</a:t>
            </a:r>
          </a:p>
          <a:p>
            <a:r>
              <a:rPr lang="en-US" dirty="0"/>
              <a:t>Condition like if (x = 5) always evaluates to </a:t>
            </a:r>
            <a:r>
              <a:rPr lang="en-US" b="1" dirty="0"/>
              <a:t>true</a:t>
            </a:r>
            <a:endParaRPr lang="en-US" dirty="0"/>
          </a:p>
          <a:p>
            <a:r>
              <a:rPr lang="en-US" dirty="0"/>
              <a:t>Causes incorrect decision-making in if, while, and for statements</a:t>
            </a:r>
          </a:p>
          <a:p>
            <a:r>
              <a:rPr lang="en-US" dirty="0"/>
              <a:t>Program logic breaks without any compilation error</a:t>
            </a:r>
          </a:p>
          <a:p>
            <a:r>
              <a:rPr lang="en-US" dirty="0"/>
              <a:t>Very difficult to detect by just looking at output</a:t>
            </a:r>
          </a:p>
          <a:p>
            <a:r>
              <a:rPr lang="en-US" dirty="0"/>
              <a:t>Leads to wrong program flow and unexpected results</a:t>
            </a:r>
          </a:p>
          <a:p>
            <a:r>
              <a:rPr lang="en-US" b="1" dirty="0"/>
              <a:t>Fix:</a:t>
            </a:r>
            <a:r>
              <a:rPr lang="en-US" dirty="0"/>
              <a:t> Use == for comparison and = only for assignment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8C3F9-EE42-9B15-293B-CA726313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15" y="4054962"/>
            <a:ext cx="7971569" cy="23512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3052" y="642759"/>
            <a:ext cx="471789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</a:defRPr>
            </a:pPr>
            <a:r>
              <a:rPr dirty="0"/>
              <a:t>Wrong Operator Precedence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167" y="1448231"/>
            <a:ext cx="633308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Occurs when programmer assumes operators execute left to right</a:t>
            </a:r>
          </a:p>
          <a:p>
            <a:r>
              <a:rPr lang="en-US" dirty="0"/>
              <a:t>C follows specific </a:t>
            </a:r>
            <a:r>
              <a:rPr lang="en-US" b="1" dirty="0"/>
              <a:t>operator precedence rules</a:t>
            </a:r>
            <a:endParaRPr lang="en-US" dirty="0"/>
          </a:p>
          <a:p>
            <a:r>
              <a:rPr lang="en-US" dirty="0"/>
              <a:t>Some operators execute before others (e.g. * before +)</a:t>
            </a:r>
          </a:p>
          <a:p>
            <a:r>
              <a:rPr lang="en-US" dirty="0"/>
              <a:t>Expressions may produce results different from expectation</a:t>
            </a:r>
          </a:p>
          <a:p>
            <a:r>
              <a:rPr lang="en-US" dirty="0"/>
              <a:t>Logical conditions may behave incorrectly</a:t>
            </a:r>
          </a:p>
          <a:p>
            <a:r>
              <a:rPr lang="en-US" dirty="0"/>
              <a:t>Code becomes confusing and error-prone</a:t>
            </a:r>
          </a:p>
          <a:p>
            <a:r>
              <a:rPr lang="en-US" dirty="0"/>
              <a:t>Reduces readability and increases chances of bugs</a:t>
            </a:r>
          </a:p>
          <a:p>
            <a:r>
              <a:rPr lang="en-US" b="1" dirty="0"/>
              <a:t>Fix:</a:t>
            </a:r>
            <a:r>
              <a:rPr lang="en-US" dirty="0"/>
              <a:t> Use parentheses to clearly define order of execution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4BCC0-EE5A-B936-C76A-4B00DD4AF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1" y="3932728"/>
            <a:ext cx="8525435" cy="2456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0100" y="542379"/>
            <a:ext cx="42838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</a:defRPr>
            </a:pPr>
            <a:r>
              <a:rPr dirty="0"/>
              <a:t>Incorrect Loop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E0EACE0-709D-57E6-B532-D1C4B2576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14" y="1280153"/>
            <a:ext cx="702307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Happens when loop condition does not match intended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 cause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infinite loops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loops that never execute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may occur in initialization, condition, or increment/decrement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may hang or terminate incorrectly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error not detected by compiler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Affects program performance and correctness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Carefully verify loop start, condition, and update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BC338-6ADC-5061-E568-B35D7E89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67" y="3429000"/>
            <a:ext cx="7552666" cy="3176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4526" y="428514"/>
            <a:ext cx="285494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</a:defRPr>
            </a:pPr>
            <a:r>
              <a:rPr dirty="0"/>
              <a:t>Off-by-One Error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A59061-2B2A-233B-FC21-7F3F2F4D4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788" y="1397675"/>
            <a:ext cx="588173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Occurs when a loop runs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extra or one fewer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common while working with arrays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indexing in C starts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 access invalid memory 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Produces incorrect results or runtime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to identify in large loops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Double-check loop boundaries and index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C4517-C3F2-3519-CBC2-C5F2EC8FB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3714762"/>
            <a:ext cx="8175812" cy="23585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9365" y="569935"/>
            <a:ext cx="2622833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1F5F9"/>
                </a:solidFill>
              </a:defRPr>
            </a:pPr>
            <a:r>
              <a:rPr dirty="0">
                <a:solidFill>
                  <a:srgbClr val="00B0F0"/>
                </a:solidFill>
              </a:rPr>
              <a:t>Conclusion</a:t>
            </a:r>
            <a:endParaRPr lang="en-US" dirty="0">
              <a:solidFill>
                <a:srgbClr val="00B0F0"/>
              </a:solidFill>
            </a:endParaRPr>
          </a:p>
          <a:p>
            <a:pPr algn="ctr">
              <a:defRPr sz="4200" b="1">
                <a:solidFill>
                  <a:srgbClr val="F1F5F9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40ED6-6FC8-7653-6E48-95DBB89175D6}"/>
              </a:ext>
            </a:extLst>
          </p:cNvPr>
          <p:cNvSpPr txBox="1"/>
          <p:nvPr/>
        </p:nvSpPr>
        <p:spPr>
          <a:xfrm>
            <a:off x="3209365" y="57105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5B58B4-B34C-6520-87DA-7CA1497BE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82" y="268044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errors do not stop program execution but produce incorrect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logical errors occur due to small mistakes in conditions and loops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common errors helps in faster debugging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clear and readable code reduces chances of logical mistakes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initialization and correct operators improve program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and careful code review are key to becoming a better C programmer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47A5E-5C1B-F51C-A8DF-28D52D3427FD}"/>
              </a:ext>
            </a:extLst>
          </p:cNvPr>
          <p:cNvSpPr txBox="1"/>
          <p:nvPr/>
        </p:nvSpPr>
        <p:spPr>
          <a:xfrm>
            <a:off x="747267" y="4292503"/>
            <a:ext cx="764946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Avoiding logical errors improves program reliability.</a:t>
            </a:r>
            <a:br>
              <a:rPr lang="en-US" sz="2800" dirty="0">
                <a:solidFill>
                  <a:srgbClr val="00B0F0"/>
                </a:solidFill>
              </a:rPr>
            </a:br>
            <a:r>
              <a:rPr lang="en-US" sz="2800" dirty="0">
                <a:solidFill>
                  <a:srgbClr val="00B0F0"/>
                </a:solidFill>
              </a:rPr>
              <a:t>                                  Thank You! 🚀</a:t>
            </a:r>
          </a:p>
          <a:p>
            <a:r>
              <a:rPr lang="en-US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46</TotalTime>
  <Words>531</Words>
  <Application>Microsoft Office PowerPoint</Application>
  <PresentationFormat>On-screen Show (4:3)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 SemiBold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 Konda</dc:creator>
  <cp:keywords/>
  <dc:description>generated using python-pptx</dc:description>
  <cp:lastModifiedBy>Ved Konda</cp:lastModifiedBy>
  <cp:revision>3</cp:revision>
  <dcterms:created xsi:type="dcterms:W3CDTF">2013-01-27T09:14:16Z</dcterms:created>
  <dcterms:modified xsi:type="dcterms:W3CDTF">2026-02-10T17:22:30Z</dcterms:modified>
  <cp:category/>
</cp:coreProperties>
</file>